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46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789920" cy="9601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4900" b="1">
                <a:solidFill>
                  <a:srgbClr val="FFFFFF"/>
                </a:solidFill>
                <a:latin typeface="Aptos"/>
              </a:defRPr>
            </a:pPr>
            <a:r>
              <a:t>CASINO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33472"/>
            <a:ext cx="10424160" cy="5943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800" b="1">
                <a:solidFill>
                  <a:srgbClr val="DFA941"/>
                </a:solidFill>
                <a:latin typeface="Aptos"/>
              </a:defRPr>
            </a:pPr>
            <a:r>
              <a:t>Roulette &amp; Spielautomaten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657600"/>
            <a:ext cx="9966960" cy="22860"/>
          </a:xfrm>
          <a:prstGeom prst="rect">
            <a:avLst/>
          </a:prstGeom>
          <a:solidFill>
            <a:srgbClr val="5B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4005072"/>
            <a:ext cx="10241280" cy="51206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Frontend: JavaScript      •      Backend: C# / ASP.NET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6236208"/>
            <a:ext cx="9966960" cy="2560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200" b="1">
                <a:solidFill>
                  <a:srgbClr val="CBD5DB"/>
                </a:solidFill>
                <a:latin typeface="Aptos"/>
              </a:defRPr>
            </a:pPr>
            <a:r>
              <a:t>PROJEKTIDEE  ·  MOCKUPS  ·  ZEITPLAN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731520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100" b="1">
                <a:solidFill>
                  <a:srgbClr val="19845B"/>
                </a:solidFill>
                <a:latin typeface="Aptos"/>
              </a:defRPr>
            </a:pPr>
            <a:r>
              <a:t>01 / KONZEPT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10972800" cy="6675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900" b="1">
                <a:solidFill>
                  <a:srgbClr val="1C2B37"/>
                </a:solidFill>
                <a:latin typeface="Aptos"/>
              </a:defRPr>
            </a:pPr>
            <a:r>
              <a:t>Unsere Projektidee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91088" cy="11887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822960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000" b="0">
                <a:solidFill>
                  <a:srgbClr val="606E78"/>
                </a:solidFill>
                <a:latin typeface="Aptos"/>
              </a:defRPr>
            </a:pPr>
            <a:r>
              <a:t>CASINO WEBGAME  |  ROULETTE + SLOTS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13232" cy="2286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>
              <a:defRPr sz="1000" b="0">
                <a:solidFill>
                  <a:srgbClr val="606E78"/>
                </a:solidFill>
                <a:latin typeface="Aptos"/>
              </a:defRPr>
            </a:pPr>
            <a:r>
              <a:t>2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26464"/>
            <a:ext cx="1078992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000" b="0">
                <a:solidFill>
                  <a:srgbClr val="606E78"/>
                </a:solidFill>
                <a:latin typeface="Aptos"/>
              </a:defRPr>
            </a:pPr>
            <a:r>
              <a:t>Zwei Spiele auf einer gemeinsamen Website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93392"/>
            <a:ext cx="5285232" cy="3255264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72784" y="1993392"/>
            <a:ext cx="5285232" cy="3255264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95144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500" b="1">
                <a:solidFill>
                  <a:srgbClr val="1C2B37"/>
                </a:solidFill>
                <a:latin typeface="Aptos"/>
              </a:defRPr>
            </a:pPr>
            <a:r>
              <a:t>ROULETTE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907792"/>
            <a:ext cx="4489704" cy="1435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defRPr sz="2000" b="0">
                <a:solidFill>
                  <a:srgbClr val="252D35"/>
                </a:solidFill>
                <a:latin typeface="Aptos"/>
              </a:defRPr>
            </a:pPr>
            <a:r>
              <a:t>Spieler setzen virtuelle Credits auf eine</a:t>
            </a:r>
            <a:br/>
            <a:r>
              <a:t>Zahl oder Farbe. Ein zufälliges Ergebnis</a:t>
            </a:r>
            <a:br/>
            <a:r>
              <a:t>bestimmt den Gewinn.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295144"/>
            <a:ext cx="4663440" cy="4754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500" b="1">
                <a:solidFill>
                  <a:srgbClr val="1C2B37"/>
                </a:solidFill>
                <a:latin typeface="Aptos"/>
              </a:defRPr>
            </a:pPr>
            <a:r>
              <a:t>SPIELAUTOMATEN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907792"/>
            <a:ext cx="4663440" cy="143560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defRPr sz="2000" b="0">
                <a:solidFill>
                  <a:srgbClr val="252D35"/>
                </a:solidFill>
                <a:latin typeface="Aptos"/>
              </a:defRPr>
            </a:pPr>
            <a:r>
              <a:t>Spieler wählen einen Einsatz und drehen</a:t>
            </a:r>
            <a:br/>
            <a:r>
              <a:t>drei Walzen. Symbolkombinationen legen</a:t>
            </a:r>
            <a:br/>
            <a:r>
              <a:t>den Gewinn fest.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5605272"/>
            <a:ext cx="10936224" cy="521207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5696712"/>
            <a:ext cx="10515600" cy="29260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700" b="1">
                <a:solidFill>
                  <a:srgbClr val="19845B"/>
                </a:solidFill>
                <a:latin typeface="Aptos"/>
              </a:defRPr>
            </a:pPr>
            <a:r>
              <a:t>Wichtig: Es wird ausschliesslich mit Spielgeld gespielt.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731520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100" b="1">
                <a:solidFill>
                  <a:srgbClr val="19845B"/>
                </a:solidFill>
                <a:latin typeface="Aptos"/>
              </a:defRPr>
            </a:pPr>
            <a:r>
              <a:t>02 / NACH VIER WOCHEN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10972800" cy="6675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900" b="1">
                <a:solidFill>
                  <a:srgbClr val="1C2B37"/>
                </a:solidFill>
                <a:latin typeface="Aptos"/>
              </a:defRPr>
            </a:pPr>
            <a:r>
              <a:t>MVP – erste spielbare 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91088" cy="11887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822960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000" b="0">
                <a:solidFill>
                  <a:srgbClr val="606E78"/>
                </a:solidFill>
                <a:latin typeface="Aptos"/>
              </a:defRPr>
            </a:pPr>
            <a:r>
              <a:t>CASINO WEBGAME  |  ROULETTE + SLOTS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13232" cy="2286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>
              <a:defRPr sz="1000" b="0">
                <a:solidFill>
                  <a:srgbClr val="606E78"/>
                </a:solidFill>
                <a:latin typeface="Aptos"/>
              </a:defRPr>
            </a:pPr>
            <a:r>
              <a:t>3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353312"/>
            <a:ext cx="10835640" cy="37490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800" b="0">
                <a:solidFill>
                  <a:srgbClr val="606E78"/>
                </a:solidFill>
                <a:latin typeface="Aptos"/>
              </a:defRPr>
            </a:pPr>
            <a:r>
              <a:t>Nach Woche 4 sollen beide Spiele in einer einfachen Version funktionieren.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29384"/>
            <a:ext cx="4334255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(20261016-08010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88076"/>
            <a:ext cx="4279392" cy="299157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184648" y="1929384"/>
            <a:ext cx="6281927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(20261016-0801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383" y="1956816"/>
            <a:ext cx="4382457" cy="30540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148072"/>
            <a:ext cx="4169663" cy="3566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700" b="1">
                <a:solidFill>
                  <a:srgbClr val="1C2B37"/>
                </a:solidFill>
                <a:latin typeface="Aptos"/>
              </a:defRPr>
            </a:pPr>
            <a:r>
              <a:t>1. Spiel auswählen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5148072"/>
            <a:ext cx="6217920" cy="3566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700" b="1">
                <a:solidFill>
                  <a:srgbClr val="1C2B37"/>
                </a:solidFill>
                <a:latin typeface="Aptos"/>
              </a:defRPr>
            </a:pPr>
            <a:r>
              <a:t>2. Einsatz setzen &amp; Ergebnis sehen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788152"/>
            <a:ext cx="1088136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600" b="1">
                <a:solidFill>
                  <a:srgbClr val="19845B"/>
                </a:solidFill>
                <a:latin typeface="Aptos"/>
              </a:defRPr>
            </a:pPr>
            <a:r>
              <a:t>MVP-Funktionen: Spieleauswahl  •  Einsatz  •  Zufallsergebnis  •  Guthaben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731520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100" b="1">
                <a:solidFill>
                  <a:srgbClr val="19845B"/>
                </a:solidFill>
                <a:latin typeface="Aptos"/>
              </a:defRPr>
            </a:pPr>
            <a:r>
              <a:t>03 / FERTIGE ANWENDUNG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10972800" cy="6675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900" b="1">
                <a:solidFill>
                  <a:srgbClr val="1C2B37"/>
                </a:solidFill>
                <a:latin typeface="Aptos"/>
              </a:defRPr>
            </a:pPr>
            <a:r>
              <a:t>Mockup Endprodukt – Einstieg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91088" cy="11887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822960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000" b="0">
                <a:solidFill>
                  <a:srgbClr val="606E78"/>
                </a:solidFill>
                <a:latin typeface="Aptos"/>
              </a:defRPr>
            </a:pPr>
            <a:r>
              <a:t>CASINO WEBGAME  |  ROULETTE + SLOTS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13232" cy="2286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>
              <a:defRPr sz="1000" b="0">
                <a:solidFill>
                  <a:srgbClr val="606E78"/>
                </a:solidFill>
                <a:latin typeface="Aptos"/>
              </a:defRPr>
            </a:pPr>
            <a:r>
              <a:t>4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371600"/>
            <a:ext cx="10789920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800" b="0">
                <a:solidFill>
                  <a:srgbClr val="606E78"/>
                </a:solidFill>
                <a:latin typeface="Aptos"/>
              </a:defRPr>
            </a:pPr>
            <a:r>
              <a:t>Ein klarer Ablauf vom Anmelden bis zur Spielauswahl.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20824"/>
            <a:ext cx="3246120" cy="3502152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194560"/>
            <a:ext cx="3008376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(20261016-08005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328163"/>
            <a:ext cx="2953512" cy="20828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754880"/>
            <a:ext cx="297180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800" b="1">
                <a:solidFill>
                  <a:srgbClr val="1C2B37"/>
                </a:solidFill>
                <a:latin typeface="Aptos"/>
              </a:defRPr>
            </a:pPr>
            <a:r>
              <a:t>1  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020824"/>
            <a:ext cx="3246120" cy="3502152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81144" y="2194560"/>
            <a:ext cx="3008376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(20261016-08010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341653"/>
            <a:ext cx="2953512" cy="20558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81144" y="4754880"/>
            <a:ext cx="297180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800" b="1">
                <a:solidFill>
                  <a:srgbClr val="1C2B37"/>
                </a:solidFill>
                <a:latin typeface="Aptos"/>
              </a:defRPr>
            </a:pPr>
            <a:r>
              <a:t>2  Altersabfrage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2020824"/>
            <a:ext cx="3246120" cy="3502152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85048" y="2194560"/>
            <a:ext cx="3008376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(20261016-080106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337214"/>
            <a:ext cx="2953512" cy="20646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85048" y="4754880"/>
            <a:ext cx="297180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800" b="1">
                <a:solidFill>
                  <a:srgbClr val="1C2B37"/>
                </a:solidFill>
                <a:latin typeface="Aptos"/>
              </a:defRPr>
            </a:pPr>
            <a:r>
              <a:t>3  Spielauswahl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78992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600" b="0">
                <a:solidFill>
                  <a:srgbClr val="19845B"/>
                </a:solidFill>
                <a:latin typeface="Aptos"/>
              </a:defRPr>
            </a:pPr>
            <a:r>
              <a:t>Geplant für das Endprodukt: Login, Altersprüfung und Navigation zu beiden Spielen.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731520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100" b="1">
                <a:solidFill>
                  <a:srgbClr val="19845B"/>
                </a:solidFill>
                <a:latin typeface="Aptos"/>
              </a:defRPr>
            </a:pPr>
            <a:r>
              <a:t>04 / SPIELOBERFLÄCHEN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10972800" cy="6675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900" b="1">
                <a:solidFill>
                  <a:srgbClr val="1C2B37"/>
                </a:solidFill>
                <a:latin typeface="Aptos"/>
              </a:defRPr>
            </a:pPr>
            <a:r>
              <a:t>Mockup Endprodukt – Spiele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91088" cy="11887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822960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000" b="0">
                <a:solidFill>
                  <a:srgbClr val="606E78"/>
                </a:solidFill>
                <a:latin typeface="Aptos"/>
              </a:defRPr>
            </a:pPr>
            <a:r>
              <a:t>CASINO WEBGAME  |  ROULETTE + SLOTS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13232" cy="2286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>
              <a:defRPr sz="1000" b="0">
                <a:solidFill>
                  <a:srgbClr val="606E78"/>
                </a:solidFill>
                <a:latin typeface="Aptos"/>
              </a:defRPr>
            </a:pPr>
            <a:r>
              <a:t>5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371600"/>
            <a:ext cx="10789920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800" b="0">
                <a:solidFill>
                  <a:srgbClr val="606E78"/>
                </a:solidFill>
                <a:latin typeface="Aptos"/>
              </a:defRPr>
            </a:pPr>
            <a:r>
              <a:t>Übersichtliche Bedienung, Guthabenanzeige und Rückkehr zum Menü.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422392" cy="3648456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865376"/>
            <a:ext cx="5248656" cy="3648456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" y="2066544"/>
            <a:ext cx="513892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(20261016-08013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873" y="2093976"/>
            <a:ext cx="3932524" cy="2788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28231" y="2066544"/>
            <a:ext cx="490118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(20261016-0801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851" y="2093976"/>
            <a:ext cx="4001944" cy="2788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9536" y="4983480"/>
            <a:ext cx="4983480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800" b="1">
                <a:solidFill>
                  <a:srgbClr val="1C2B37"/>
                </a:solidFill>
                <a:latin typeface="Aptos"/>
              </a:defRPr>
            </a:pPr>
            <a:r>
              <a:t>ROULETTE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983480"/>
            <a:ext cx="4800600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800" b="1">
                <a:solidFill>
                  <a:srgbClr val="1C2B37"/>
                </a:solidFill>
                <a:latin typeface="Aptos"/>
              </a:defRPr>
            </a:pPr>
            <a:r>
              <a:t>SLOT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815584"/>
            <a:ext cx="10972800" cy="35661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500" b="0">
                <a:solidFill>
                  <a:srgbClr val="606E78"/>
                </a:solidFill>
                <a:latin typeface="Aptos"/>
              </a:defRPr>
            </a:pPr>
            <a:r>
              <a:t>Mockups zeigen die geplante Darstellung. Die fertige Website wird direkt bedienbar sein.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731520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100" b="1">
                <a:solidFill>
                  <a:srgbClr val="19845B"/>
                </a:solidFill>
                <a:latin typeface="Aptos"/>
              </a:defRPr>
            </a:pPr>
            <a:r>
              <a:t>05 /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10972800" cy="66751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900" b="1">
                <a:solidFill>
                  <a:srgbClr val="1C2B37"/>
                </a:solidFill>
                <a:latin typeface="Aptos"/>
              </a:defRPr>
            </a:pPr>
            <a:r>
              <a:t>Technologie und Zusammenarbeit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91088" cy="11887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822960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000" b="0">
                <a:solidFill>
                  <a:srgbClr val="606E78"/>
                </a:solidFill>
                <a:latin typeface="Aptos"/>
              </a:defRPr>
            </a:pPr>
            <a:r>
              <a:t>CASINO WEBGAME  |  ROULETTE + SLOTS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13232" cy="2286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>
              <a:defRPr sz="1000" b="0">
                <a:solidFill>
                  <a:srgbClr val="606E78"/>
                </a:solidFill>
                <a:latin typeface="Aptos"/>
              </a:defRPr>
            </a:pPr>
            <a:r>
              <a:t>6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371600"/>
            <a:ext cx="10789920" cy="42062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800" b="0">
                <a:solidFill>
                  <a:srgbClr val="606E78"/>
                </a:solidFill>
                <a:latin typeface="Aptos"/>
              </a:defRPr>
            </a:pPr>
            <a:r>
              <a:t>Wir teilen die Aufgaben auf und verbinden beide Bereiche über eine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75688"/>
            <a:ext cx="3355848" cy="2203704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404872"/>
            <a:ext cx="2962656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900" b="1">
                <a:solidFill>
                  <a:srgbClr val="19845B"/>
                </a:solidFill>
                <a:latin typeface="Aptos"/>
              </a:defRPr>
            </a:pPr>
            <a:r>
              <a:t>FRONTEND  · 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035808"/>
            <a:ext cx="2990088" cy="8869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700" b="0">
                <a:solidFill>
                  <a:srgbClr val="252D35"/>
                </a:solidFill>
                <a:latin typeface="Aptos"/>
              </a:defRPr>
            </a:pPr>
            <a:r>
              <a:t>Oberfläche, Buttons,</a:t>
            </a:r>
            <a:br/>
            <a:r>
              <a:t>Mockups &amp; Spielanzeige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2075688"/>
            <a:ext cx="3355848" cy="2203704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2404872"/>
            <a:ext cx="2962656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900" b="1">
                <a:solidFill>
                  <a:srgbClr val="19845B"/>
                </a:solidFill>
                <a:latin typeface="Aptos"/>
              </a:defRPr>
            </a:pPr>
            <a:r>
              <a:t>REST API  · 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35808"/>
            <a:ext cx="2990088" cy="8869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700" b="0">
                <a:solidFill>
                  <a:srgbClr val="252D35"/>
                </a:solidFill>
                <a:latin typeface="Aptos"/>
              </a:defRPr>
            </a:pPr>
            <a:r>
              <a:t>Daten austauschen:</a:t>
            </a:r>
            <a:br/>
            <a:r>
              <a:t>Einsatz und Ergebnis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075688"/>
            <a:ext cx="3355848" cy="2203704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2404872"/>
            <a:ext cx="2962656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900" b="1">
                <a:solidFill>
                  <a:srgbClr val="19845B"/>
                </a:solidFill>
                <a:latin typeface="Aptos"/>
              </a:defRPr>
            </a:pPr>
            <a:r>
              <a:t>BACKEND  ·  C#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3035808"/>
            <a:ext cx="2990088" cy="8869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1700" b="0">
                <a:solidFill>
                  <a:srgbClr val="252D35"/>
                </a:solidFill>
                <a:latin typeface="Aptos"/>
              </a:defRPr>
            </a:pPr>
            <a:r>
              <a:t>Spiellogik, Zufall,</a:t>
            </a:r>
            <a:br/>
            <a:r>
              <a:t>Gewinne &amp; Guthaben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5" y="2779776"/>
            <a:ext cx="36576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3100" b="1">
                <a:solidFill>
                  <a:srgbClr val="19845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2779776"/>
            <a:ext cx="36576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defRPr sz="3100" b="1">
                <a:solidFill>
                  <a:srgbClr val="19845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709160"/>
            <a:ext cx="10881360" cy="1088136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4910328"/>
            <a:ext cx="97840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900" b="1">
                <a:solidFill>
                  <a:srgbClr val="1C2B37"/>
                </a:solidFill>
                <a:latin typeface="Aptos"/>
              </a:defRPr>
            </a:pPr>
            <a:r>
              <a:t>Warum funktioniert unser Vorgehen?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312664"/>
            <a:ext cx="10158984" cy="32004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700" b="0">
                <a:solidFill>
                  <a:srgbClr val="252D35"/>
                </a:solidFill>
                <a:latin typeface="Aptos"/>
              </a:defRPr>
            </a:pPr>
            <a:r>
              <a:t>Klare Aufgaben  ·  regelmässige Tests  ·  GitHub für gemeinsame Entwicklung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9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731520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100" b="1">
                <a:solidFill>
                  <a:srgbClr val="19845B"/>
                </a:solidFill>
                <a:latin typeface="Aptos"/>
              </a:defRPr>
            </a:pPr>
            <a:r>
              <a:t>06 / ACHT WOCHEN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91631"/>
            <a:ext cx="10972800" cy="483209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2900" b="1">
                <a:solidFill>
                  <a:srgbClr val="1C2B37"/>
                </a:solidFill>
                <a:latin typeface="Aptos"/>
              </a:defRPr>
            </a:pPr>
            <a:r>
              <a:rPr dirty="0" err="1"/>
              <a:t>Zeitplan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0991088" cy="11887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822960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defRPr sz="1000" b="0">
                <a:solidFill>
                  <a:srgbClr val="606E78"/>
                </a:solidFill>
                <a:latin typeface="Aptos"/>
              </a:defRPr>
            </a:pPr>
            <a:r>
              <a:t>CASINO WEBGAME  |  ROULETTE + SLOTS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713232" cy="2286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>
              <a:defRPr sz="1000" b="0">
                <a:solidFill>
                  <a:srgbClr val="606E78"/>
                </a:solidFill>
                <a:latin typeface="Aptos"/>
              </a:defRPr>
            </a:pPr>
            <a:r>
              <a:t>7 / 8</a:t>
            </a:r>
          </a:p>
        </p:txBody>
      </p:sp>
      <p:pic>
        <p:nvPicPr>
          <p:cNvPr id="120" name="Grafik 119">
            <a:extLst>
              <a:ext uri="{FF2B5EF4-FFF2-40B4-BE49-F238E27FC236}">
                <a16:creationId xmlns:a16="http://schemas.microsoft.com/office/drawing/2014/main" id="{8B1DA9AA-7863-4655-3D1F-0A422548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1380"/>
            <a:ext cx="12192000" cy="3395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Breitbild</PresentationFormat>
  <Paragraphs>58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Casino Game - Roulette &amp; Spielautomaten</dc:title>
  <dc:subject>Schulprojekt, MVP, Mockups, Gantt-Chart und JavaScript / C#</dc:subject>
  <dc:creator>Ufo998877 NMA</dc:creator>
  <cp:keywords>Casino, Roulette, Slots, JavaScript, C#, ASP.NET, MVP</cp:keywords>
  <dc:description>generated using python-pptx</dc:description>
  <cp:lastModifiedBy>Navid Amiri</cp:lastModifiedBy>
  <cp:revision>2</cp:revision>
  <dcterms:created xsi:type="dcterms:W3CDTF">2013-01-27T09:14:16Z</dcterms:created>
  <dcterms:modified xsi:type="dcterms:W3CDTF">2026-10-16T09:04:50Z</dcterms:modified>
  <cp:category/>
</cp:coreProperties>
</file>